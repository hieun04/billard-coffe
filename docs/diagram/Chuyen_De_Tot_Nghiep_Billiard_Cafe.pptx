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65C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HE THONG QUAN LY BILLIARD CAFE</a:t>
            </a:r>
            <a:br/>
            <a:r>
              <a:t>TICH HOP AI CHATBOT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Chuyen de tot nghiep</a:t>
            </a:r>
            <a:br/>
            <a:r>
              <a:t>Sinh vien: [Ho va Ten] - MSSV: [So]</a:t>
            </a:r>
            <a:br/>
            <a:r>
              <a:t>Giang vien huong dan: [Ten GVHD]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MUC LUC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• 1. Gioi thieu bai toan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• 2. Phan tich he thong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• 3. Thiet ke he thong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• 4. Demo tinh nang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• 5. Ket luan &amp; Huong phat trien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1. GIOI THIEU BAI TOAN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• Thuc trang quan ly quan billiard hien nay:</a:t>
            </a:r>
          </a:p>
          <a:p>
            <a:pPr lvl="1"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• Quy trinh quan ly thu cong, thieu he thong hoa</a:t>
            </a:r>
          </a:p>
          <a:p>
            <a:pPr lvl="1"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• Khong the theo doi trang thai ban theo thoi gian thuc</a:t>
            </a:r>
          </a:p>
          <a:p>
            <a:pPr lvl="1"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• Khong co he thong tu van khach hang tu dong</a:t>
            </a:r>
          </a:p>
          <a:p>
            <a:pPr lvl="1"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• Khong co lich su don hang chi tiet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• Nghi can:</a:t>
            </a:r>
          </a:p>
          <a:p>
            <a:pPr lvl="1"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• Tu dong hoa quy trinh quan ly</a:t>
            </a:r>
          </a:p>
          <a:p>
            <a:pPr lvl="1"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• Tich hop AI de ho tro khach hang 24/7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2. DAT VAN 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• Van de 1: Khong theo doi trang thai ban theo thoi gian thuc</a:t>
            </a:r>
          </a:p>
          <a:p>
            <a:pPr lvl="1"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• Ban trong/ban ban khong duoc cap nhat kip thoi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• Van de 2: Khach hang khong the dat ban truoc</a:t>
            </a:r>
          </a:p>
          <a:p>
            <a:pPr lvl="1"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• Mat kha nang thu hut khach hang dat cho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• Van de 3: Khong co he thong tu van</a:t>
            </a:r>
          </a:p>
          <a:p>
            <a:pPr lvl="1"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• Nhan vien phai tra loi cac cau hoi lap di lap lai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• Van de 4: Khong co AI ho tro</a:t>
            </a:r>
          </a:p>
          <a:p>
            <a:pPr lvl="1"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• Chatbot tro giup khach hang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3. MUC TIEU DU 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• Xay dung phan mem quan ly ban billiard:</a:t>
            </a:r>
          </a:p>
          <a:p>
            <a:pPr lvl="1"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• Quan ly danh sach ban, trang thai ban</a:t>
            </a:r>
          </a:p>
          <a:p>
            <a:pPr lvl="1"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• He thong dat ban truc tuyen</a:t>
            </a:r>
          </a:p>
          <a:p>
            <a:pPr lvl="1"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• Theo doi thoi gian choi va tinh phi tu dong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• Tich hop AI Chatbot:</a:t>
            </a:r>
          </a:p>
          <a:p>
            <a:pPr lvl="1"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• Tu van khach hang 24/7</a:t>
            </a:r>
          </a:p>
          <a:p>
            <a:pPr lvl="1"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• Kiem tra ban trong tu dong</a:t>
            </a:r>
          </a:p>
          <a:p>
            <a:pPr lvl="1"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• Goi y mon an, uong phu hop</a:t>
            </a:r>
          </a:p>
          <a:p>
            <a:pPr lvl="1"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• Phan tich du lieu va dua ra goi 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4. TONG QUAN HE THONG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• Cac thanh phan chinh:</a:t>
            </a:r>
          </a:p>
          <a:p>
            <a:pPr lvl="1"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• Module quan ly ban</a:t>
            </a:r>
          </a:p>
          <a:p>
            <a:pPr lvl="1"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• Module dat ban &amp; Check-in/out</a:t>
            </a:r>
          </a:p>
          <a:p>
            <a:pPr lvl="1"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• Module goi mon &amp; Thanh toan</a:t>
            </a:r>
          </a:p>
          <a:p>
            <a:pPr lvl="1"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• Module AI Chatbot</a:t>
            </a:r>
          </a:p>
          <a:p>
            <a:pPr lvl="1"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• Module bao cao &amp; Thong ke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• Nguoi dung:</a:t>
            </a:r>
          </a:p>
          <a:p>
            <a:pPr lvl="1"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• Khach hang (Member)</a:t>
            </a:r>
          </a:p>
          <a:p>
            <a:pPr lvl="1"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• Nhan vien (Staff)</a:t>
            </a:r>
          </a:p>
          <a:p>
            <a:pPr lvl="1"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• Quan tri vien (Admin)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5. USE CASE DIAGRAM</a:t>
            </a:r>
          </a:p>
        </p:txBody>
      </p:sp>
      <p:pic>
        <p:nvPicPr>
          <p:cNvPr id="4" name="Picture 3" descr="use_cas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618948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6. ERD - CO SO DU LIEU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• Cac bang chinh:</a:t>
            </a:r>
          </a:p>
          <a:p>
            <a:pPr lvl="1"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• Users - Tai khoan nguoi dung</a:t>
            </a:r>
          </a:p>
          <a:p>
            <a:pPr lvl="1"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• Customers - Thong tin khach hang</a:t>
            </a:r>
          </a:p>
          <a:p>
            <a:pPr lvl="1"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• Tables - Danh sach ban</a:t>
            </a:r>
          </a:p>
          <a:p>
            <a:pPr lvl="1"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• Table_Sessions - Phien choi</a:t>
            </a:r>
          </a:p>
          <a:p>
            <a:pPr lvl="1"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• Reservations - Danh sach dat truoc</a:t>
            </a:r>
          </a:p>
          <a:p>
            <a:pPr lvl="1"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• Orders - Hoa don</a:t>
            </a:r>
          </a:p>
          <a:p>
            <a:pPr lvl="1"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• Order_Items - Chi tiet hoa don</a:t>
            </a:r>
          </a:p>
          <a:p>
            <a:pPr lvl="1"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• Products - San pham/mon an</a:t>
            </a:r>
          </a:p>
          <a:p>
            <a:pPr lvl="1"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• AI_Conversations - Lich su chat AI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7. GIAO DIEN HE THONG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• Dashboard chinh:</a:t>
            </a:r>
          </a:p>
          <a:p>
            <a:pPr lvl="1"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• Hien thi danh sach ban theo thoi gian thuc</a:t>
            </a:r>
          </a:p>
          <a:p>
            <a:pPr lvl="1"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• Thong ke doanh thu trong ngay</a:t>
            </a:r>
          </a:p>
          <a:p>
            <a:pPr lvl="1"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• So luong khach hang dang phuc vu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• Giao dien nguoi dung:</a:t>
            </a:r>
          </a:p>
          <a:p>
            <a:pPr lvl="1"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• De su dung, thân thiện</a:t>
            </a:r>
          </a:p>
          <a:p>
            <a:pPr lvl="1"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• Responsive tren dien thoai</a:t>
            </a:r>
          </a:p>
          <a:p>
            <a:pPr lvl="1"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• Tich hop AI chatbot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8. TINH NANG DAT BAN &amp; CHECK-IN/OUT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42A5F5"/>
                </a:solidFill>
              </a:defRPr>
            </a:pPr>
            <a:r>
              <a:t>Dat ban truc tuyen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3931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✓ Chon ban theo vi tri</a:t>
            </a:r>
          </a:p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✓ Chon ngay va gio</a:t>
            </a:r>
          </a:p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✓ Nhap thong tin khach hang</a:t>
            </a:r>
          </a:p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✓ Xac nhan dat ban</a:t>
            </a:r>
          </a:p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✓ Nhan thong bao nhac nho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3716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7043"/>
                </a:solidFill>
              </a:defRPr>
            </a:pPr>
            <a:r>
              <a:t>Check-in / Check-out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920240"/>
            <a:ext cx="3931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✓ Quet QR hoac chon ban</a:t>
            </a:r>
          </a:p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✓ Bat dau dem gio choi</a:t>
            </a:r>
          </a:p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✓ Tu dong tinh phi thue ban</a:t>
            </a:r>
          </a:p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✓ Ket thuc phien choi</a:t>
            </a:r>
          </a:p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✓ Xuat hoa don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9. GOI MON &amp; THANH TOAN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42A5F5"/>
                </a:solidFill>
              </a:defRPr>
            </a:pPr>
            <a:r>
              <a:t>Goi mon an uong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3931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✓ Xem menu theo danh muc</a:t>
            </a:r>
          </a:p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✓ Them mon vao gio hang</a:t>
            </a:r>
          </a:p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✓ Cap nhat so luong</a:t>
            </a:r>
          </a:p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✓ Goi them trong khi choi</a:t>
            </a:r>
          </a:p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✓ In bill tam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3716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7043"/>
                </a:solidFill>
              </a:defRPr>
            </a:pPr>
            <a:r>
              <a:t>Thanh toan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920240"/>
            <a:ext cx="3931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✓ Tong hop phi ban + mon</a:t>
            </a:r>
          </a:p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✓ Ap dung khuyen mai</a:t>
            </a:r>
          </a:p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✓ Thanh toan nhieu hinh thuc</a:t>
            </a:r>
          </a:p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✓ Cash, Banking, QR</a:t>
            </a:r>
          </a:p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✓ Xuat hoa don dien tu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10. TINH NANG AI CHATBOT 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• Tu van khach hang 24/7:</a:t>
            </a:r>
          </a:p>
          <a:p>
            <a:pPr lvl="1"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• Tra loi cau hoi ve ban trong</a:t>
            </a:r>
          </a:p>
          <a:p>
            <a:pPr lvl="1"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• Gio mo cua, dia chi, so dien thoai</a:t>
            </a:r>
          </a:p>
          <a:p>
            <a:pPr lvl="1"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• Gia ca dich vu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• Kiem tra &amp; Dat ban tu dong:</a:t>
            </a:r>
          </a:p>
          <a:p>
            <a:pPr lvl="1"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• Kiem tra so ban trong hien tai</a:t>
            </a:r>
          </a:p>
          <a:p>
            <a:pPr lvl="1"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• Dat ban truc tiep qua chat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• Goi y thong minh:</a:t>
            </a:r>
          </a:p>
          <a:p>
            <a:pPr lvl="1"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• Gợi y mon an / thức uống theo sở thích</a:t>
            </a:r>
          </a:p>
          <a:p>
            <a:pPr lvl="1"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• Đề xuất khuyến mãi hiện có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• Phan tich &amp; Du doan:</a:t>
            </a:r>
          </a:p>
          <a:p>
            <a:pPr lvl="1"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• Phan tich hanh vi khach hang</a:t>
            </a:r>
          </a:p>
          <a:p>
            <a:pPr lvl="1"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• Du doan gio cao diem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11. CONG NGHE SU DUNG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42A5F5"/>
                </a:solidFill>
              </a:defRPr>
            </a:pPr>
            <a:r>
              <a:t>Frontend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3931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✓ React.js / Next.js</a:t>
            </a:r>
          </a:p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✓ TailwindCSS</a:t>
            </a:r>
          </a:p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✓ React Query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3716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7043"/>
                </a:solidFill>
              </a:defRPr>
            </a:pPr>
            <a:r>
              <a:t>Backend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920240"/>
            <a:ext cx="3931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✓ Node.js / Express</a:t>
            </a:r>
          </a:p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✓ PostgreSQL</a:t>
            </a:r>
          </a:p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✓ REST API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12. KET QUA DAT DUOC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• Cac chuc nang da hoan thanh:</a:t>
            </a:r>
          </a:p>
          <a:p>
            <a:pPr lvl="1"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• He thong quan ly ban billiard</a:t>
            </a:r>
          </a:p>
          <a:p>
            <a:pPr lvl="1"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• Module dat ban truc tuyen</a:t>
            </a:r>
          </a:p>
          <a:p>
            <a:pPr lvl="1"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• Check-in/out tu dong</a:t>
            </a:r>
          </a:p>
          <a:p>
            <a:pPr lvl="1"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• Tinh phi thue ban theo gio</a:t>
            </a:r>
          </a:p>
          <a:p>
            <a:pPr lvl="1"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• Module goi mon &amp; Thanh toan</a:t>
            </a:r>
          </a:p>
          <a:p>
            <a:pPr lvl="1"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• AI Chatbot tu van khach hang</a:t>
            </a:r>
          </a:p>
          <a:p>
            <a:pPr lvl="1"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• Dashboard thong ke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• So lieu:</a:t>
            </a:r>
          </a:p>
          <a:p>
            <a:pPr lvl="1"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• 45+ use cases</a:t>
            </a:r>
          </a:p>
          <a:p>
            <a:pPr lvl="1"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• 15 bang du lieu</a:t>
            </a:r>
          </a:p>
          <a:p>
            <a:pPr lvl="1"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• Tich hop AI chatbot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13. HAN CHE &amp; HUONG PHAT TRIEN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42A5F5"/>
                </a:solidFill>
              </a:defRPr>
            </a:pPr>
            <a:r>
              <a:t>Han che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3931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✓ Chua co thanh toan online</a:t>
            </a:r>
          </a:p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✓ AI chua hoc duoc preferences</a:t>
            </a:r>
          </a:p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✓ Chua co module kho hang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3716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7043"/>
                </a:solidFill>
              </a:defRPr>
            </a:pPr>
            <a:r>
              <a:t>Huong phat trien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920240"/>
            <a:ext cx="3931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✓ Thanh toan MoMo, ZaloPay</a:t>
            </a:r>
          </a:p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✓ AI hoc tu khach hang</a:t>
            </a:r>
          </a:p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✓ Module kho hang</a:t>
            </a:r>
          </a:p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✓ App dien thoai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65C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2860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CAM ON THAY CO!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65760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C864"/>
                </a:solidFill>
              </a:defRPr>
            </a:pPr>
            <a:r>
              <a:t>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